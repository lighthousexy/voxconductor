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03342"/>
                </a:solidFill>
                <a:latin typeface="Microsoft YaHei"/>
              </a:defRPr>
            </a:pPr>
            <a:r>
              <a:t>V3-SLA｜USB方向与PCB装入修正</a:t>
            </a:r>
          </a:p>
        </p:txBody>
      </p:sp>
      <p:pic>
        <p:nvPicPr>
          <p:cNvPr id="3" name="Picture 2" descr="01_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17" y="914400"/>
            <a:ext cx="5878285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28016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修复 1：接口左右镜像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USB、SD、麦克风声孔及线束避让同步到真实 PCB 正面。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修复 2：底盖柱挡板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四柱外移，壳底局部外扩；USB / SD 开口允许已焊板从底部通过。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2026-10-11｜名义几何检查通过，待实物试装。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03342"/>
                </a:solidFill>
                <a:latin typeface="Microsoft YaHei"/>
              </a:defRPr>
            </a:pPr>
            <a:r>
              <a:t>从USB后侧看：天线在上，USB在下</a:t>
            </a:r>
          </a:p>
        </p:txBody>
      </p:sp>
      <p:pic>
        <p:nvPicPr>
          <p:cNvPr id="3" name="Picture 2" descr="03_board_and_bo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91" y="914399"/>
            <a:ext cx="5294857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USB在左，SD卡座在右。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底盖柱中心：X=±25.5 mm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前后Y=12 / 61.5 mm。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PCB入口每侧预留0.5 mm；元件包络另留0.5 mm横向、0.3 mm高度。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坐标：X=195−KiCad X，Y=KiCad Y+92，元件朝+Z。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03342"/>
                </a:solidFill>
                <a:latin typeface="Microsoft YaHei"/>
              </a:defRPr>
            </a:pPr>
            <a:r>
              <a:t>内部装配与需要重打的零件</a:t>
            </a:r>
          </a:p>
        </p:txBody>
      </p:sp>
      <p:pic>
        <p:nvPicPr>
          <p:cNvPr id="3" name="Picture 2" descr="02_internal_expl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7" y="914400"/>
            <a:ext cx="5878285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重打：01主壳、02底盖、04扬声器托架。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保留：03屏幕压框、05扬声器压框、06棱镜支架。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先将PCB固定到底盖，再将上壳垂直罩下。扬声器托架预先固定在上壳内。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屏幕与棱镜使用原有座，排线接好后避免夹在合缝处。分解图间距仅为展示。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03342"/>
                </a:solidFill>
                <a:latin typeface="Microsoft YaHei"/>
              </a:defRPr>
            </a:pPr>
            <a:r>
              <a:t>先试入口框，再打印整壳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03342"/>
                </a:solidFill>
                <a:latin typeface="Microsoft YaHei"/>
              </a:defRPr>
            </a:pPr>
            <a:r>
              <a:t>第一批：trial/07入口框 + 02底盖</a:t>
            </a:r>
          </a:p>
          <a:p>
            <a:pPr>
              <a:spcAft>
                <a:spcPts val="1200"/>
              </a:spcAft>
              <a:defRPr sz="2100" b="0">
                <a:solidFill>
                  <a:srgbClr val="203342"/>
                </a:solidFill>
                <a:latin typeface="Microsoft YaHei"/>
              </a:defRPr>
            </a:pPr>
            <a:r>
              <a:t>入口框保留完整周圈、柱位与端口下部；用实际焊好PCB检查自由装入。</a:t>
            </a:r>
          </a:p>
          <a:p>
            <a:pPr>
              <a:spcAft>
                <a:spcPts val="1200"/>
              </a:spcAft>
              <a:defRPr sz="2100" b="0">
                <a:solidFill>
                  <a:srgbClr val="203342"/>
                </a:solidFill>
                <a:latin typeface="Microsoft YaHei"/>
              </a:defRPr>
            </a:pPr>
            <a:r>
              <a:t>通过后：重打01主壳、04托架</a:t>
            </a:r>
          </a:p>
          <a:p>
            <a:pPr>
              <a:spcAft>
                <a:spcPts val="1200"/>
              </a:spcAft>
              <a:defRPr sz="2100" b="0">
                <a:solidFill>
                  <a:srgbClr val="203342"/>
                </a:solidFill>
                <a:latin typeface="Microsoft YaHei"/>
              </a:defRPr>
            </a:pPr>
            <a:r>
              <a:t>确认USB插头能到底、SD可取出、线束不夹住，再锁紧底盖。</a:t>
            </a:r>
          </a:p>
          <a:p>
            <a:pPr>
              <a:spcAft>
                <a:spcPts val="1200"/>
              </a:spcAft>
              <a:defRPr sz="2100" b="0">
                <a:solidFill>
                  <a:srgbClr val="203342"/>
                </a:solidFill>
                <a:latin typeface="Microsoft YaHei"/>
              </a:defRPr>
            </a:pPr>
            <a:r>
              <a:t>不要整件打印assembly STEP；仅打印单件STL。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097280"/>
            <a:ext cx="5029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螺丝（直径×长度）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PCB：2×5盘头自攻，3颗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底盖：2×4沉头自攻，4颗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托架侧面：2×8盘头自攻，2颗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扬声器压框：2×4盘头自攻，4颗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屏幕/棱镜组件：2×6盘头自攻，4颗</a:t>
            </a:r>
          </a:p>
          <a:p>
            <a:pPr>
              <a:spcAft>
                <a:spcPts val="1200"/>
              </a:spcAft>
              <a:defRPr sz="2000" b="0">
                <a:solidFill>
                  <a:srgbClr val="203342"/>
                </a:solidFill>
                <a:latin typeface="Microsoft YaHei"/>
              </a:defRPr>
            </a:pPr>
            <a:r>
              <a:t>树脂孔径与咬合未实测；手动试配，不强拧。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